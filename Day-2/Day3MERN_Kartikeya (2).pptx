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grandir Wide" charset="1" panose="00000505000000000000"/>
      <p:regular r:id="rId13"/>
    </p:embeddedFont>
    <p:embeddedFont>
      <p:font typeface="Agrandir Wide Bold" charset="1" panose="00000805000000000000"/>
      <p:regular r:id="rId14"/>
    </p:embeddedFont>
    <p:embeddedFont>
      <p:font typeface="Agrandir Wide Thin" charset="1" panose="00000205000000000000"/>
      <p:regular r:id="rId15"/>
    </p:embeddedFont>
    <p:embeddedFont>
      <p:font typeface="Agrandir Wide Medium" charset="1" panose="00000605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99037" y="1606530"/>
            <a:ext cx="7288963" cy="7241595"/>
          </a:xfrm>
          <a:custGeom>
            <a:avLst/>
            <a:gdLst/>
            <a:ahLst/>
            <a:cxnLst/>
            <a:rect r="r" b="b" t="t" l="l"/>
            <a:pathLst>
              <a:path h="7241595" w="7288963">
                <a:moveTo>
                  <a:pt x="0" y="0"/>
                </a:moveTo>
                <a:lnTo>
                  <a:pt x="7288963" y="0"/>
                </a:lnTo>
                <a:lnTo>
                  <a:pt x="7288963" y="7241595"/>
                </a:lnTo>
                <a:lnTo>
                  <a:pt x="0" y="7241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416" t="-11173" r="-19810" b="-56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847113"/>
            <a:ext cx="7145690" cy="331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125B50"/>
                </a:solidFill>
                <a:latin typeface="Agrandir Wide"/>
                <a:ea typeface="Agrandir Wide"/>
                <a:cs typeface="Agrandir Wide"/>
                <a:sym typeface="Agrandir Wide"/>
              </a:rPr>
              <a:t>DAY3 MERN STACK TRAINING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68426" y="3078985"/>
            <a:ext cx="5158409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25B5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BY- KARTIKEYA SINGH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25B5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         ADARSH PANDEY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125B5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         SHARIQ IRSHAD</a:t>
            </a:r>
          </a:p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125B5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         ADITYA SINGH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91936" y="9444182"/>
            <a:ext cx="3167364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01365" y="1303628"/>
            <a:ext cx="927756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125B50"/>
                </a:solidFill>
                <a:latin typeface="Agrandir Wide Medium"/>
                <a:ea typeface="Agrandir Wide Medium"/>
                <a:cs typeface="Agrandir Wide Medium"/>
                <a:sym typeface="Agrandir Wide Medium"/>
              </a:rPr>
              <a:t>INTRODUCTION TO CSS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96580" y="3931081"/>
            <a:ext cx="13124033" cy="3226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81"/>
              </a:lnSpc>
            </a:pPr>
            <a:r>
              <a:rPr lang="en-US" sz="3320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•CSS</a:t>
            </a:r>
            <a:r>
              <a:rPr lang="en-US" sz="3320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 (Cascading Style Sheets) is used to style web pages.</a:t>
            </a:r>
          </a:p>
          <a:p>
            <a:pPr algn="just">
              <a:lnSpc>
                <a:spcPts val="4981"/>
              </a:lnSpc>
            </a:pPr>
            <a:r>
              <a:rPr lang="en-US" sz="3320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Controls colors, fonts, spacing and layouts</a:t>
            </a:r>
          </a:p>
          <a:p>
            <a:pPr algn="just">
              <a:lnSpc>
                <a:spcPts val="4981"/>
              </a:lnSpc>
            </a:pPr>
            <a:r>
              <a:rPr lang="en-US" sz="3320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Improves user experience</a:t>
            </a:r>
          </a:p>
          <a:p>
            <a:pPr algn="just">
              <a:lnSpc>
                <a:spcPts val="4981"/>
              </a:lnSpc>
            </a:pPr>
            <a:r>
              <a:rPr lang="en-US" sz="3320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Supports responsive design</a:t>
            </a:r>
          </a:p>
          <a:p>
            <a:pPr algn="just">
              <a:lnSpc>
                <a:spcPts val="4981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1522703"/>
            <a:ext cx="2273981" cy="7241595"/>
          </a:xfrm>
          <a:custGeom>
            <a:avLst/>
            <a:gdLst/>
            <a:ahLst/>
            <a:cxnLst/>
            <a:rect r="r" b="b" t="t" l="l"/>
            <a:pathLst>
              <a:path h="7241595" w="2273981">
                <a:moveTo>
                  <a:pt x="0" y="0"/>
                </a:moveTo>
                <a:lnTo>
                  <a:pt x="2273981" y="0"/>
                </a:lnTo>
                <a:lnTo>
                  <a:pt x="2273981" y="7241594"/>
                </a:lnTo>
                <a:lnTo>
                  <a:pt x="0" y="724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4961" t="-11173" r="-63500" b="-5664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91936" y="9444182"/>
            <a:ext cx="3167364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2001" y="3987590"/>
            <a:ext cx="18399787" cy="421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•T</a:t>
            </a: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opics Covered: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Background and text colors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Font size and font family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Text alignment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Styling body, headings and paragraphs</a:t>
            </a:r>
          </a:p>
          <a:p>
            <a:pPr algn="just">
              <a:lnSpc>
                <a:spcPts val="545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3120284"/>
          </a:xfrm>
          <a:custGeom>
            <a:avLst/>
            <a:gdLst/>
            <a:ahLst/>
            <a:cxnLst/>
            <a:rect r="r" b="b" t="t" l="l"/>
            <a:pathLst>
              <a:path h="3120284" w="18288000">
                <a:moveTo>
                  <a:pt x="0" y="0"/>
                </a:moveTo>
                <a:lnTo>
                  <a:pt x="18288000" y="0"/>
                </a:lnTo>
                <a:lnTo>
                  <a:pt x="18288000" y="3120284"/>
                </a:lnTo>
                <a:lnTo>
                  <a:pt x="0" y="3120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125" r="0" b="-22536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1858" y="1341067"/>
            <a:ext cx="838603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125B50"/>
                </a:solidFill>
                <a:latin typeface="Agrandir Wide Medium"/>
                <a:ea typeface="Agrandir Wide Medium"/>
                <a:cs typeface="Agrandir Wide Medium"/>
                <a:sym typeface="Agrandir Wide Medium"/>
              </a:rPr>
              <a:t>CSS FUNDAMENTALS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91936" y="9444182"/>
            <a:ext cx="3167364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4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3120284"/>
          </a:xfrm>
          <a:custGeom>
            <a:avLst/>
            <a:gdLst/>
            <a:ahLst/>
            <a:cxnLst/>
            <a:rect r="r" b="b" t="t" l="l"/>
            <a:pathLst>
              <a:path h="3120284" w="18288000">
                <a:moveTo>
                  <a:pt x="0" y="0"/>
                </a:moveTo>
                <a:lnTo>
                  <a:pt x="18288000" y="0"/>
                </a:lnTo>
                <a:lnTo>
                  <a:pt x="18288000" y="3120284"/>
                </a:lnTo>
                <a:lnTo>
                  <a:pt x="0" y="3120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125" r="0" b="-22536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6612" y="4135054"/>
            <a:ext cx="18399787" cy="421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Element Sele</a:t>
            </a: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ctors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Group Selectors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Inline CSS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CSS Classes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Reusable styling techniques</a:t>
            </a:r>
          </a:p>
          <a:p>
            <a:pPr algn="just">
              <a:lnSpc>
                <a:spcPts val="545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291858" y="1341067"/>
            <a:ext cx="838603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125B50"/>
                </a:solidFill>
                <a:latin typeface="Agrandir Wide Medium"/>
                <a:ea typeface="Agrandir Wide Medium"/>
                <a:cs typeface="Agrandir Wide Medium"/>
                <a:sym typeface="Agrandir Wide Medium"/>
              </a:rPr>
              <a:t>SELECTORS &amp; STYLING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3120284"/>
          </a:xfrm>
          <a:custGeom>
            <a:avLst/>
            <a:gdLst/>
            <a:ahLst/>
            <a:cxnLst/>
            <a:rect r="r" b="b" t="t" l="l"/>
            <a:pathLst>
              <a:path h="3120284" w="18288000">
                <a:moveTo>
                  <a:pt x="0" y="0"/>
                </a:moveTo>
                <a:lnTo>
                  <a:pt x="18288000" y="0"/>
                </a:lnTo>
                <a:lnTo>
                  <a:pt x="18288000" y="3120284"/>
                </a:lnTo>
                <a:lnTo>
                  <a:pt x="0" y="3120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125" r="0" b="-225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6612" y="4135054"/>
            <a:ext cx="16972688" cy="560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•Border Types: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S</a:t>
            </a: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olid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Dotted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Double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Outset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•Opacity values help create transparency effects and modern UI designs.</a:t>
            </a:r>
          </a:p>
          <a:p>
            <a:pPr algn="just">
              <a:lnSpc>
                <a:spcPts val="545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91858" y="1341067"/>
            <a:ext cx="838603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125B50"/>
                </a:solidFill>
                <a:latin typeface="Agrandir Wide Medium"/>
                <a:ea typeface="Agrandir Wide Medium"/>
                <a:cs typeface="Agrandir Wide Medium"/>
                <a:sym typeface="Agrandir Wide Medium"/>
              </a:rPr>
              <a:t>BORDERS AND OPACITY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1936" y="9444182"/>
            <a:ext cx="3167364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3120284"/>
          </a:xfrm>
          <a:custGeom>
            <a:avLst/>
            <a:gdLst/>
            <a:ahLst/>
            <a:cxnLst/>
            <a:rect r="r" b="b" t="t" l="l"/>
            <a:pathLst>
              <a:path h="3120284" w="18288000">
                <a:moveTo>
                  <a:pt x="0" y="0"/>
                </a:moveTo>
                <a:lnTo>
                  <a:pt x="18288000" y="0"/>
                </a:lnTo>
                <a:lnTo>
                  <a:pt x="18288000" y="3120284"/>
                </a:lnTo>
                <a:lnTo>
                  <a:pt x="0" y="31202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125" r="0" b="-225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6612" y="4135054"/>
            <a:ext cx="17442848" cy="522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•Projects Buil</a:t>
            </a: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t: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Login Form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Instagram Profile Card</a:t>
            </a: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•• Social Media Post Card</a:t>
            </a:r>
          </a:p>
          <a:p>
            <a:pPr algn="l">
              <a:lnSpc>
                <a:spcPts val="2545"/>
              </a:lnSpc>
            </a:pPr>
          </a:p>
          <a:p>
            <a:pPr algn="just">
              <a:lnSpc>
                <a:spcPts val="5454"/>
              </a:lnSpc>
            </a:pPr>
            <a:r>
              <a:rPr lang="en-US" sz="3636">
                <a:solidFill>
                  <a:srgbClr val="125B50"/>
                </a:solidFill>
                <a:latin typeface="Agrandir Wide Thin"/>
                <a:ea typeface="Agrandir Wide Thin"/>
                <a:cs typeface="Agrandir Wide Thin"/>
                <a:sym typeface="Agrandir Wide Thin"/>
              </a:rPr>
              <a:t>•Features included hover effects, profile sections, forms and interactive layouts.</a:t>
            </a:r>
          </a:p>
          <a:p>
            <a:pPr algn="just">
              <a:lnSpc>
                <a:spcPts val="545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91858" y="1341067"/>
            <a:ext cx="1034776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125B50"/>
                </a:solidFill>
                <a:latin typeface="Agrandir Wide Medium"/>
                <a:ea typeface="Agrandir Wide Medium"/>
                <a:cs typeface="Agrandir Wide Medium"/>
                <a:sym typeface="Agrandir Wide Medium"/>
              </a:rPr>
              <a:t>CLASSWORK PROJECTS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73729" y="3853709"/>
            <a:ext cx="8588891" cy="4831251"/>
          </a:xfrm>
          <a:custGeom>
            <a:avLst/>
            <a:gdLst/>
            <a:ahLst/>
            <a:cxnLst/>
            <a:rect r="r" b="b" t="t" l="l"/>
            <a:pathLst>
              <a:path h="4831251" w="8588891">
                <a:moveTo>
                  <a:pt x="0" y="0"/>
                </a:moveTo>
                <a:lnTo>
                  <a:pt x="8588891" y="0"/>
                </a:lnTo>
                <a:lnTo>
                  <a:pt x="8588891" y="4831251"/>
                </a:lnTo>
                <a:lnTo>
                  <a:pt x="0" y="4831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8972" y="3787034"/>
            <a:ext cx="8885028" cy="4997828"/>
          </a:xfrm>
          <a:custGeom>
            <a:avLst/>
            <a:gdLst/>
            <a:ahLst/>
            <a:cxnLst/>
            <a:rect r="r" b="b" t="t" l="l"/>
            <a:pathLst>
              <a:path h="4997828" w="8885028">
                <a:moveTo>
                  <a:pt x="0" y="0"/>
                </a:moveTo>
                <a:lnTo>
                  <a:pt x="8885028" y="0"/>
                </a:lnTo>
                <a:lnTo>
                  <a:pt x="8885028" y="4997828"/>
                </a:lnTo>
                <a:lnTo>
                  <a:pt x="0" y="4997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3120284"/>
          </a:xfrm>
          <a:custGeom>
            <a:avLst/>
            <a:gdLst/>
            <a:ahLst/>
            <a:cxnLst/>
            <a:rect r="r" b="b" t="t" l="l"/>
            <a:pathLst>
              <a:path h="3120284" w="18288000">
                <a:moveTo>
                  <a:pt x="0" y="0"/>
                </a:moveTo>
                <a:lnTo>
                  <a:pt x="18288000" y="0"/>
                </a:lnTo>
                <a:lnTo>
                  <a:pt x="18288000" y="3120284"/>
                </a:lnTo>
                <a:lnTo>
                  <a:pt x="0" y="3120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5125" r="0" b="-22536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1858" y="1341067"/>
            <a:ext cx="1034776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4800">
                <a:solidFill>
                  <a:srgbClr val="125B50"/>
                </a:solidFill>
                <a:latin typeface="Agrandir Wide Medium"/>
                <a:ea typeface="Agrandir Wide Medium"/>
                <a:cs typeface="Agrandir Wide Medium"/>
                <a:sym typeface="Agrandir Wide Medium"/>
              </a:rPr>
              <a:t>SCREENSHOTS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DAHMMPpY0Sg</dc:identifier>
  <dcterms:modified xsi:type="dcterms:W3CDTF">2011-08-01T06:04:30Z</dcterms:modified>
  <cp:revision>1</cp:revision>
  <dc:title>Day3MERN_Kartikeya</dc:title>
</cp:coreProperties>
</file>