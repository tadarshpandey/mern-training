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68" r:id="rId5"/>
    <p:sldId id="269" r:id="rId6"/>
    <p:sldId id="270" r:id="rId7"/>
    <p:sldId id="271" r:id="rId8"/>
  </p:sldIdLst>
  <p:sldSz cx="18288000" cy="10287000"/>
  <p:notesSz cx="6858000" cy="9144000"/>
  <p:embeddedFontLst>
    <p:embeddedFont>
      <p:font typeface="ITC Avant Garde Gothic" panose="020B0604020202020204" charset="0"/>
      <p:regular r:id="rId9"/>
    </p:embeddedFont>
    <p:embeddedFont>
      <p:font typeface="ITC Avant Garde Gothic Bold" panose="020B0604020202020204" charset="0"/>
      <p:regular r:id="rId10"/>
    </p:embeddedFont>
    <p:embeddedFont>
      <p:font typeface="TT Fors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83873" y="3197155"/>
            <a:ext cx="12775265" cy="3857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802"/>
              </a:lnSpc>
            </a:pPr>
            <a:r>
              <a:rPr lang="en-US" sz="13802" spc="-414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Week 1 Training
Report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A11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812800" cy="2814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783873" y="1828010"/>
            <a:ext cx="13475427" cy="682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24"/>
              </a:lnSpc>
              <a:spcBef>
                <a:spcPct val="0"/>
              </a:spcBef>
            </a:pPr>
            <a:r>
              <a:rPr lang="en-US" sz="358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MERN STACK TRAINING PROGRAM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3873" y="7757240"/>
            <a:ext cx="12775264" cy="1183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68"/>
              </a:lnSpc>
            </a:pPr>
            <a:r>
              <a:rPr lang="en-US" sz="3334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BBS College of Engineering and Technology</a:t>
            </a:r>
          </a:p>
          <a:p>
            <a:pPr marL="0" lvl="0" indent="0" algn="l">
              <a:lnSpc>
                <a:spcPts val="4668"/>
              </a:lnSpc>
            </a:pPr>
            <a:r>
              <a:rPr lang="en-US" sz="2800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-by Kartikeya Singh, Aditya Singh, Shariq Irshad, Adarsh Pandey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6886575" cy="223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HTML Fundamentals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533775"/>
            <a:ext cx="688657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u="none" strike="noStrike" spc="-95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Introduction to the standard language for creating web pages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27950" y="2334578"/>
            <a:ext cx="6886575" cy="73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HTML Structure, Headings &amp; Paragraphs, Links &amp; Images, Tables, Forms, Common HTML Tags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27950" y="1372553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spc="-78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Topics Covered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27950" y="5020628"/>
            <a:ext cx="6886575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Learned to create and structure complete web pages from scratch using HTML — covering layout, media and navigation.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27950" y="4058603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spc="-78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Key Outcome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27950" y="7710488"/>
            <a:ext cx="6886575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HTML (HyperText Markup Language) is the standard language used to create and structure content on the web, forming the backbone of every web page.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27950" y="6748463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spc="-78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What is HTML?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0"/>
            <a:ext cx="661023" cy="10287000"/>
            <a:chOff x="0" y="0"/>
            <a:chExt cx="174097" cy="27093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097" cy="2709333"/>
            </a:xfrm>
            <a:custGeom>
              <a:avLst/>
              <a:gdLst/>
              <a:ahLst/>
              <a:cxnLst/>
              <a:rect l="l" t="t" r="r" b="b"/>
              <a:pathLst>
                <a:path w="174097" h="2709333">
                  <a:moveTo>
                    <a:pt x="0" y="0"/>
                  </a:moveTo>
                  <a:lnTo>
                    <a:pt x="174097" y="0"/>
                  </a:lnTo>
                  <a:lnTo>
                    <a:pt x="17409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A11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174097" cy="2814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85887" y="1358833"/>
            <a:ext cx="15516225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FFA11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HTML vs HTML5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85887" y="7819457"/>
            <a:ext cx="6886575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&lt;header&gt;, &lt;footer&gt;, &lt;section&gt;, &lt;article&gt;, &lt;nav&gt;, &lt;audio&gt;, &lt;video&gt; — semantic tags that improve structure and accessibility of web pages.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85887" y="7023167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u="none" strike="noStrike" spc="-78">
                <a:solidFill>
                  <a:srgbClr val="FFA11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New HTML5 Tags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85887" y="5133340"/>
            <a:ext cx="6886575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Built-in audio/video support, semantic tags, better browser compatibility, canvas for graphics, geolocation API, local storage, and offline capabilities.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85887" y="4337050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u="none" strike="noStrike" spc="-78">
                <a:solidFill>
                  <a:srgbClr val="FFA11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HTML5 Improvements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15538" y="7819390"/>
            <a:ext cx="6886575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Understood improvements in HTML5: semantic structure, multimedia support, and modern browser compatibility — laying the foundation for responsive design.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15538" y="7023100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u="none" strike="noStrike" spc="-78">
                <a:solidFill>
                  <a:srgbClr val="FFA11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Outcome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15538" y="5133407"/>
            <a:ext cx="6886575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HTML is the older version with limited multimedia support and generic tags. HTML5 introduces semantic tags, built-in audio/video, better browser support, and improved APIs.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15538" y="4337117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u="none" strike="noStrike" spc="-78">
                <a:solidFill>
                  <a:srgbClr val="FFA11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HTML vs HTML5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6886575" cy="223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CSS Fundamentals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533775"/>
            <a:ext cx="688657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u="none" strike="noStrike" spc="-95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Cascading Style Sheets — styling and designing beautiful web pages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27950" y="2973193"/>
            <a:ext cx="6886575" cy="110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Styling - Colors &amp; Backgrounds, Fonts &amp; Text Styling, Borders, Margins, Padding, Spacing, Basic Layout Design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27950" y="1980565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spc="-78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Topics Covered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27950" y="6591300"/>
            <a:ext cx="6886575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Learned to transform plain HTML pages into visually appealing, styled web pages with consistent colors, typography, layout, and spacing.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27950" y="5829300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spc="-78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Key Outcome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0"/>
            <a:ext cx="661023" cy="10287000"/>
            <a:chOff x="0" y="0"/>
            <a:chExt cx="174097" cy="27093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097" cy="2709333"/>
            </a:xfrm>
            <a:custGeom>
              <a:avLst/>
              <a:gdLst/>
              <a:ahLst/>
              <a:cxnLst/>
              <a:rect l="l" t="t" r="r" b="b"/>
              <a:pathLst>
                <a:path w="174097" h="2709333">
                  <a:moveTo>
                    <a:pt x="0" y="0"/>
                  </a:moveTo>
                  <a:lnTo>
                    <a:pt x="174097" y="0"/>
                  </a:lnTo>
                  <a:lnTo>
                    <a:pt x="17409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A11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174097" cy="2814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6886575" cy="223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FFA11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Bootstrap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533775"/>
            <a:ext cx="688657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u="none" strike="noStrike" spc="-95">
                <a:solidFill>
                  <a:srgbClr val="F9FAF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Popular CSS framework for building responsive, modern web interfaces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96400" y="3434715"/>
            <a:ext cx="6886575" cy="73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Containers, Buttons, Cards, Forms, Navigation Bar, Cards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0" y="2513965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spc="-78" dirty="0">
                <a:solidFill>
                  <a:srgbClr val="FFA115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Topics Covered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96400" y="6591300"/>
            <a:ext cx="6886575" cy="1475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Created responsive, mobile-first UI components rapidly by copy/pasting required components — navigation bars, cards, and forms — without writing custom CSS from scratch.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96400" y="5753100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spc="-78" dirty="0">
                <a:solidFill>
                  <a:srgbClr val="FFA115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Outcome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6886575" cy="223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JavaScript Basics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533775"/>
            <a:ext cx="688657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u="none" strike="noStrike" spc="-95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Adding interactivity and dynamic behavior to web pages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27950" y="2334578"/>
            <a:ext cx="6886575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Variables &amp; Data Types, Operators, Input/Output, Functions, DOM Manipulation, Event Handling (click, submit)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27950" y="1372553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spc="-78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Topics Covered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27950" y="5020628"/>
            <a:ext cx="6886575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Used </a:t>
            </a:r>
            <a:r>
              <a:rPr lang="en-US" sz="2100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document.getElementById</a:t>
            </a:r>
            <a:r>
              <a:rPr lang="en-US" sz="2100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, </a:t>
            </a:r>
            <a:r>
              <a:rPr lang="en-US" sz="2100" dirty="0" err="1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innerHTML</a:t>
            </a:r>
            <a:r>
              <a:rPr lang="en-US" sz="2100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to dynamically update page content, respond to user events, and control element visibility.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27950" y="4058603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spc="-78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DOM Manipulation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27950" y="7710488"/>
            <a:ext cx="6886575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Started developing interactive web pages using JavaScript — building the programming logic layer that brings HTML and CSS to life.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27950" y="6748463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spc="-78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Key Outcome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0"/>
            <a:ext cx="661023" cy="10287000"/>
            <a:chOff x="0" y="0"/>
            <a:chExt cx="174097" cy="27093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097" cy="2709333"/>
            </a:xfrm>
            <a:custGeom>
              <a:avLst/>
              <a:gdLst/>
              <a:ahLst/>
              <a:cxnLst/>
              <a:rect l="l" t="t" r="r" b="b"/>
              <a:pathLst>
                <a:path w="174097" h="2709333">
                  <a:moveTo>
                    <a:pt x="0" y="0"/>
                  </a:moveTo>
                  <a:lnTo>
                    <a:pt x="174097" y="0"/>
                  </a:lnTo>
                  <a:lnTo>
                    <a:pt x="17409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A11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174097" cy="2814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6886575" cy="223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FFA115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Week 1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533775"/>
            <a:ext cx="688657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u="none" strike="noStrike" spc="-95">
                <a:solidFill>
                  <a:srgbClr val="F9FAF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Front-End Development Foundations — MERN Stack Training Program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96400" y="2419350"/>
            <a:ext cx="6886575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HTML &amp; HTML5, CSS Styling (Inline, Internal, External), Bootstrap Framework, JavaScript Basics — a basic front-end foundation.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6400" y="1457325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spc="-78">
                <a:solidFill>
                  <a:srgbClr val="FFA115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Topics Mastered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96400" y="5105400"/>
            <a:ext cx="6886575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Aditya Singh, Kartikeya Singh, Shariq Irshad, Adarsh Pandey — BBS College of Engineering and Technology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4143375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spc="-78">
                <a:solidFill>
                  <a:srgbClr val="FFA115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Team Members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96400" y="7795260"/>
            <a:ext cx="6886575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F9FAFC"/>
                </a:solidFill>
                <a:latin typeface="TT Fors"/>
                <a:ea typeface="TT Fors"/>
                <a:cs typeface="TT Fors"/>
                <a:sym typeface="TT Fors"/>
              </a:rPr>
              <a:t>This training built a basic front-end foundation — preparing us for React, Node.js, Express, and MongoDB in the advanced MERN stack weeks ahead.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96400" y="6833235"/>
            <a:ext cx="6886575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spc="-78">
                <a:solidFill>
                  <a:srgbClr val="FFA115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Looking Ahead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526</Words>
  <Application>Microsoft Office PowerPoint</Application>
  <PresentationFormat>Custom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TT Fors</vt:lpstr>
      <vt:lpstr>ITC Avant Garde Gothic</vt:lpstr>
      <vt:lpstr>Arial</vt:lpstr>
      <vt:lpstr>Calibri</vt:lpstr>
      <vt:lpstr>ITC Avant Garde Gothic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Adarsh Pandey</dc:creator>
  <cp:lastModifiedBy>Adarsh Pandey</cp:lastModifiedBy>
  <cp:revision>2</cp:revision>
  <dcterms:created xsi:type="dcterms:W3CDTF">2006-08-16T00:00:00Z</dcterms:created>
  <dcterms:modified xsi:type="dcterms:W3CDTF">2026-06-12T18:44:32Z</dcterms:modified>
  <dc:identifier>DAHMYTnNrgg</dc:identifier>
</cp:coreProperties>
</file>