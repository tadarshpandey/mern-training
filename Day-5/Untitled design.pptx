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TC Avant Garde Gothic" charset="1" panose="020B0502020202020204"/>
      <p:regular r:id="rId18"/>
    </p:embeddedFont>
    <p:embeddedFont>
      <p:font typeface="TT Fors" charset="1" panose="020B0003030001020000"/>
      <p:regular r:id="rId19"/>
    </p:embeddedFont>
    <p:embeddedFont>
      <p:font typeface="ITC Avant Garde Gothic Bold" charset="1" panose="020B0802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83873" y="3197155"/>
            <a:ext cx="12775265" cy="385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802"/>
              </a:lnSpc>
            </a:pPr>
            <a:r>
              <a:rPr lang="en-US" sz="13802" spc="-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</a:t>
            </a:r>
            <a:r>
              <a:rPr lang="en-US" sz="13802" spc="-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raining Workbook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812800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83873" y="1828010"/>
            <a:ext cx="13475427" cy="68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4"/>
              </a:lnSpc>
              <a:spcBef>
                <a:spcPct val="0"/>
              </a:spcBef>
            </a:pPr>
            <a:r>
              <a:rPr lang="en-US" sz="358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EMPOWER YOUR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3873" y="7757240"/>
            <a:ext cx="9228286" cy="5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68"/>
              </a:lnSpc>
            </a:pPr>
            <a:r>
              <a:rPr lang="en-US" sz="333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Presented by Mario Rossi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688657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Course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33775"/>
            <a:ext cx="68865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Understanding the goals for your learning journey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27950" y="2334578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Gain foundational knowledge of course concepts to enhance your learning experience and apply them effectively in real-world situations.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27950" y="1372553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Objective One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27950" y="5020628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Develop critical thinking skills to analyze information and make informed decisions based on course learnings and personal insights.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27950" y="4058603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Objective Two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27950" y="7710488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Foster collaboration and communication abilities to effectively engage with peers and contribute to a positive learning environment.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27950" y="6748463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Objective Three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661023" cy="10287000"/>
            <a:chOff x="0" y="0"/>
            <a:chExt cx="174097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097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688657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14412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Lesson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33775"/>
            <a:ext cx="68865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3C3C3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Capture key points from each lesson learned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2419350"/>
            <a:ext cx="688657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C3C3C"/>
                </a:solidFill>
                <a:latin typeface="TT Fors"/>
                <a:ea typeface="TT Fors"/>
                <a:cs typeface="TT Fors"/>
                <a:sym typeface="TT Fors"/>
              </a:rPr>
              <a:t>Fill in the title of the lesson to summarize your learning and key concepts gained during this time.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145732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3C3C3C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Lesson Title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5105400"/>
            <a:ext cx="688657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C3C3C"/>
                </a:solidFill>
                <a:latin typeface="TT Fors"/>
                <a:ea typeface="TT Fors"/>
                <a:cs typeface="TT Fors"/>
                <a:sym typeface="TT Fors"/>
              </a:rPr>
              <a:t>Record the date of the lesson to keep track of your learning timeline and help with future reflections.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14337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3C3C3C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779526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C3C3C"/>
                </a:solidFill>
                <a:latin typeface="TT Fors"/>
                <a:ea typeface="TT Fors"/>
                <a:cs typeface="TT Fors"/>
                <a:sym typeface="TT Fors"/>
              </a:rPr>
              <a:t>Identify three main ideas learned, highlighting the core concepts that were essential to understanding the lesson material.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6400" y="683323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3C3C3C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Main Ideas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661023" cy="10287000"/>
            <a:chOff x="0" y="0"/>
            <a:chExt cx="174097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097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441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688657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Key Concepts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24125"/>
            <a:ext cx="68865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Essential terms and ideas for your studies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241935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This concept is fundamental to understanding the overall framework of the course and its practical applications in real-life scenarios.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145732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Concept/Term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510540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Grasping this term will enable you to connect various ideas discussed throughout the course and deepen your comprehension of the material.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14337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Concept/Term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779526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Mastering this term allows for a more nuanced analysis of topics, facilitating richer discussions and critical evaluations in your learning journey.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6400" y="683323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Concept/Term 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661023" cy="10287000"/>
            <a:chOff x="0" y="0"/>
            <a:chExt cx="174097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097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5887" y="1358833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Reflection Questions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5887" y="7819457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Think about strategies or adjustments you can make to enhance your learning outcomes and tackle challenges more effectively in the future.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887" y="7023167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How can you improve?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5887" y="513334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Consider the aspects of the lesson that you found effective and beneficial in enhancing your learning experience and understanding.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5887" y="4337050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What went well?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15538" y="781939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Identify the actions you plan to take following this lesson to continue your learning journey and achieve your educational goals.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15538" y="7023100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What are your next steps?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15538" y="5133407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Reflect on the difficulties you encountered during the lesson, including any obstacles that hindered your progress or comprehension.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15538" y="4337117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What challenges arose?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688657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Practical Exercises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33775"/>
            <a:ext cx="68865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Engaging hands-on activities for skill application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241935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 this exercise, you will apply your understanding by creating a real-world scenario related to the course material.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145732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Exercise One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510540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This task encourages you to collaborate with peers to brainstorm solutions to common challenges faced in your learning journey.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14337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Exercise Two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779526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For this final exercise, reflect on your progress and identify areas where you feel confident and those needing further improvement.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6400" y="683323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Exercise Three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661023" cy="10287000"/>
            <a:chOff x="0" y="0"/>
            <a:chExt cx="174097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097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Task Planning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5887" y="7856125"/>
            <a:ext cx="688657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Set a specific due date for each task to create urgency and keep yourself accountable for timely completion.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887" y="705983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Due Date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5887" y="5170008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Clearly define the task you need to accomplish, ensuring it aligns with your overall learning objectives and goals.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5887" y="4373718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Task Description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15538" y="7856058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Track the status of each task, indicating whether it is To Do, In Progress, or Done to monitor your progress effectively.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15538" y="7059768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Status Update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15538" y="5170075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Assign a priority level to each task, categorizing it as High, Medium, or Low to manage your workload effectively.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15538" y="437378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Priority Level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0"/>
            <a:ext cx="661023" cy="10287000"/>
            <a:chOff x="0" y="0"/>
            <a:chExt cx="174097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097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43300" y="3921124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Progress Tracking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62438" y="5453447"/>
            <a:ext cx="97631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FFA115"/>
                </a:solidFill>
                <a:latin typeface="TT Fors"/>
                <a:ea typeface="TT Fors"/>
                <a:cs typeface="TT Fors"/>
                <a:sym typeface="TT Fors"/>
              </a:rPr>
              <a:t>Monitor Your Course Milestones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688657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Weekly Learning Log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33775"/>
            <a:ext cx="68865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Document your study activities and reflections effectively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241935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Record the week number to track your progress over time and organize your learning activities systematically.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145732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Week Number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510540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List the specific activities you completed during the week, ensuring to reflect on your engagement with the course material.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14337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Activities Completed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779526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Note the amount of time dedicated to each activity, helping you evaluate your study habits and time management skills.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6400" y="683323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Time Spent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661023" cy="10287000"/>
            <a:chOff x="0" y="0"/>
            <a:chExt cx="174097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097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688657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Goal Setting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24125"/>
            <a:ext cx="68865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Define and plan your learning objectives effectively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2419350"/>
            <a:ext cx="688657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Clearly define what you want to achieve in this course, ensuring it aligns with your overall aspirations.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145732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Goal Description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510540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Make your goals specific by detailing the exact outcomes you wish to accomplish, avoiding vague or general statements.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14337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Specific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779526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Establish criteria to measure your progress towards achieving your goals, allowing for adjustments and maintaining motivation.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6400" y="683323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Measurable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661023" cy="10287000"/>
            <a:chOff x="0" y="0"/>
            <a:chExt cx="174097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097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688657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Key Takeaways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33775"/>
            <a:ext cx="68865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Summarizing the most important insights and lessons learned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241935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Understanding the core concepts greatly enhances your ability to apply knowledge effectively in real-life situations and discussions.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145732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Insightful Concepts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510540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Applying your knowledge through hands-on exercises reinforces learning and builds confidence in your abilities to tackle challenges.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14337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Practical Applications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779526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Reflection on your journey helps identify strengths and areas for improvement, guiding your future learning and development efforts.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6400" y="683323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Personal Growth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661023" cy="10287000"/>
            <a:chOff x="0" y="0"/>
            <a:chExt cx="174097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4097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688657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Final Reflections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33775"/>
            <a:ext cx="68865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F9FAF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Reflecting on My Achievements and Growth Throughout the Course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241935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I have developed a deeper understanding of the subject matter, enhancing my critical thinking and analysis skills significantly during this course.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145732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A11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Personal Growth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510540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I've gained practical skills that I can apply in real-world scenarios, enabling me to tackle challenges more effectively and confidently.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14337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A11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Skill Mastery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7795260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Building relationships with peers and instructors has expanded my network and provided valuable perspectives beyond the course curriculum.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6400" y="6833235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A11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New Connections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DAHMYTnNrgg</dc:identifier>
  <dcterms:modified xsi:type="dcterms:W3CDTF">2011-08-01T06:04:30Z</dcterms:modified>
  <cp:revision>1</cp:revision>
</cp:coreProperties>
</file>