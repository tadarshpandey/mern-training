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9376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576CB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4114800" cy="4114800"/>
          </a:xfrm>
          <a:prstGeom prst="ellipse">
            <a:avLst/>
          </a:prstGeom>
          <a:solidFill>
            <a:srgbClr val="19376D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576CB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8375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TRAINING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Training &amp;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5D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Flipkart-Inspired 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UI Clone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training project applying Bootstrap 5 fundamentals to design and build a responsive, modern e-commerce front-end inspired by Flipkart's UI/UX.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5074920"/>
            <a:ext cx="8595360" cy="1234440"/>
          </a:xfrm>
          <a:prstGeom prst="roundRect">
            <a:avLst>
              <a:gd name="adj" fmla="val 5926"/>
            </a:avLst>
          </a:prstGeom>
          <a:solidFill>
            <a:srgbClr val="19376D">
              <a:alpha val="7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5349240"/>
            <a:ext cx="685800" cy="685800"/>
          </a:xfrm>
          <a:prstGeom prst="ellipse">
            <a:avLst/>
          </a:prstGeom>
          <a:solidFill>
            <a:srgbClr val="576CB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551383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5212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783080" y="5532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Pandey   •   Kartikeya Singh   •   Aditya Singh   •   Shariq Irshad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Bootstrap Concepts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 front-end foundation through structured Bootstrap 5 training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576CB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9824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706624"/>
            <a:ext cx="146304" cy="146304"/>
          </a:xfrm>
          <a:prstGeom prst="ellipse">
            <a:avLst/>
          </a:prstGeom>
          <a:solidFill>
            <a:srgbClr val="576CBC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5786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Bootstrap 5 grid system, components, and utility classes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483864"/>
            <a:ext cx="146304" cy="146304"/>
          </a:xfrm>
          <a:prstGeom prst="ellipse">
            <a:avLst/>
          </a:prstGeom>
          <a:solidFill>
            <a:srgbClr val="576CBC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3558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fully responsive e-commerce interface inspired by Flipkart's layout &amp; UX patterns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261104"/>
            <a:ext cx="146304" cy="146304"/>
          </a:xfrm>
          <a:prstGeom prst="ellipse">
            <a:avLst/>
          </a:prstGeom>
          <a:solidFill>
            <a:srgbClr val="576CB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13308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real-world front-end workflows: planning, wireframing, and component building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5038344"/>
            <a:ext cx="146304" cy="146304"/>
          </a:xfrm>
          <a:prstGeom prst="ellipse">
            <a:avLst/>
          </a:prstGeom>
          <a:solidFill>
            <a:srgbClr val="576CBC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9103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component library (navbars, cards, carousels, modals, forms)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" y="5815584"/>
            <a:ext cx="146304" cy="146304"/>
          </a:xfrm>
          <a:prstGeom prst="ellipse">
            <a:avLst/>
          </a:prstGeom>
          <a:solidFill>
            <a:srgbClr val="576CBC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56875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team collaboration through Git-based version control and task division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6364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Concepts Learned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263640" y="210312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28232" y="2267712"/>
            <a:ext cx="502920" cy="50292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388413"/>
            <a:ext cx="261518" cy="26151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28232" y="281635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System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28232" y="309067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12-column responsive layout with containers, rows &amp; columns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9098280" y="210312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262872" y="2267712"/>
            <a:ext cx="502920" cy="50292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573" y="2388413"/>
            <a:ext cx="261518" cy="26151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262872" y="281635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262872" y="309067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Navbars, cards, carousels, modals, accordions &amp; badges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263640" y="3749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428232" y="3913632"/>
            <a:ext cx="502920" cy="50292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034333"/>
            <a:ext cx="261518" cy="26151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28232" y="446227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428232" y="47365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Spacing, flexbox, typography &amp; color utilities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9098280" y="3749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262872" y="3913632"/>
            <a:ext cx="502920" cy="50292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3573" y="4034333"/>
            <a:ext cx="261518" cy="26151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262872" y="446227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9262872" y="47365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(sm, md, lg, xl) for all device sizes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263640" y="53949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428232" y="5559552"/>
            <a:ext cx="502920" cy="50292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933" y="5680253"/>
            <a:ext cx="261518" cy="26151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28232" y="61081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Theming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6428232" y="638251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colors, variables &amp; Bootstrap Icons integration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9098280" y="53949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9262872" y="5559552"/>
            <a:ext cx="502920" cy="50292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3573" y="5680253"/>
            <a:ext cx="261518" cy="26151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262872" y="61081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Validation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9262872" y="638251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controls, input groups &amp; validation styles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UI modules built to replicate the Flipkart e-commerce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92224"/>
            <a:ext cx="512064" cy="512064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39" y="191511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Navigation Bar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993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logo, search bar with icon, login &amp; cart icons using Bootstrap navbar component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49174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944" y="2592324"/>
            <a:ext cx="512064" cy="512064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39" y="2715219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374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Banner Carousel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71600" y="27934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carousel for promotional banners and category quick-links grid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" y="3392424"/>
            <a:ext cx="512064" cy="512064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39" y="3515319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37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 Cards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3593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card grid with images, price, discount badges &amp; ratings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409194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" y="4192524"/>
            <a:ext cx="512064" cy="512064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431541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1376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Page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371600" y="43936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summary, quantity controls, and price breakdown using table &amp; list-group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4944" y="4992624"/>
            <a:ext cx="512064" cy="512064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39" y="5115519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Sidebar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71600" y="5193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range, brand &amp; category filters using Bootstrap accordion and forms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48640" y="569214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94944" y="5792724"/>
            <a:ext cx="512064" cy="512064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" y="5915619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71600" y="57378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&amp; Account Section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1371600" y="59938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 footer with links, and login/signup modal forms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72200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172200" y="1691640"/>
            <a:ext cx="5486400" cy="320040"/>
          </a:xfrm>
          <a:prstGeom prst="roundRect">
            <a:avLst>
              <a:gd name="adj" fmla="val 17143"/>
            </a:avLst>
          </a:prstGeom>
          <a:solidFill>
            <a:srgbClr val="E2E8F0"/>
          </a:solidFill>
          <a:ln/>
        </p:spPr>
      </p:sp>
      <p:sp>
        <p:nvSpPr>
          <p:cNvPr id="36" name="Shape 28"/>
          <p:cNvSpPr/>
          <p:nvPr/>
        </p:nvSpPr>
        <p:spPr>
          <a:xfrm>
            <a:off x="6172200" y="1856232"/>
            <a:ext cx="5486400" cy="1554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29"/>
          <p:cNvSpPr/>
          <p:nvPr/>
        </p:nvSpPr>
        <p:spPr>
          <a:xfrm>
            <a:off x="6309360" y="17967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8" name="Shape 30"/>
          <p:cNvSpPr/>
          <p:nvPr/>
        </p:nvSpPr>
        <p:spPr>
          <a:xfrm>
            <a:off x="6510528" y="17967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9" name="Shape 31"/>
          <p:cNvSpPr/>
          <p:nvPr/>
        </p:nvSpPr>
        <p:spPr>
          <a:xfrm>
            <a:off x="6711696" y="17967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0" name="Shape 32"/>
          <p:cNvSpPr/>
          <p:nvPr/>
        </p:nvSpPr>
        <p:spPr>
          <a:xfrm>
            <a:off x="6172200" y="2011680"/>
            <a:ext cx="5486400" cy="50292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1" name="Shape 33"/>
          <p:cNvSpPr/>
          <p:nvPr/>
        </p:nvSpPr>
        <p:spPr>
          <a:xfrm>
            <a:off x="6309360" y="2084832"/>
            <a:ext cx="365760" cy="36576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7142" y="2172614"/>
            <a:ext cx="190195" cy="190195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739128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FlipMart</a:t>
            </a:r>
            <a:endParaRPr lang="en-US" sz="1500" dirty="0"/>
          </a:p>
        </p:txBody>
      </p:sp>
      <p:sp>
        <p:nvSpPr>
          <p:cNvPr id="44" name="Shape 35"/>
          <p:cNvSpPr/>
          <p:nvPr/>
        </p:nvSpPr>
        <p:spPr>
          <a:xfrm>
            <a:off x="7955280" y="2121408"/>
            <a:ext cx="237744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2171700"/>
            <a:ext cx="182880" cy="1828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8293608" y="2116836"/>
            <a:ext cx="201168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products, brands...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>
            <a:off x="10515600" y="2066544"/>
            <a:ext cx="384048" cy="384048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7772" y="2158716"/>
            <a:ext cx="199705" cy="199705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11018520" y="2066544"/>
            <a:ext cx="384048" cy="384048"/>
          </a:xfrm>
          <a:prstGeom prst="ellipse">
            <a:avLst/>
          </a:prstGeom>
          <a:solidFill>
            <a:srgbClr val="576CB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0692" y="2158716"/>
            <a:ext cx="199705" cy="199705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6309360" y="2624328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576CBC"/>
          </a:solidFill>
          <a:ln/>
        </p:spPr>
      </p:sp>
      <p:sp>
        <p:nvSpPr>
          <p:cNvPr id="52" name="Text 40"/>
          <p:cNvSpPr/>
          <p:nvPr/>
        </p:nvSpPr>
        <p:spPr>
          <a:xfrm>
            <a:off x="6537960" y="262432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FASHION SALE — Up to 70% Off</a:t>
            </a:r>
            <a:endParaRPr lang="en-US" sz="1600" dirty="0"/>
          </a:p>
        </p:txBody>
      </p:sp>
      <p:sp>
        <p:nvSpPr>
          <p:cNvPr id="53" name="Shape 41"/>
          <p:cNvSpPr/>
          <p:nvPr/>
        </p:nvSpPr>
        <p:spPr>
          <a:xfrm>
            <a:off x="10698480" y="2788920"/>
            <a:ext cx="640080" cy="640080"/>
          </a:xfrm>
          <a:prstGeom prst="ellipse">
            <a:avLst/>
          </a:prstGeom>
          <a:solidFill>
            <a:srgbClr val="A5D7E8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2099" y="2942539"/>
            <a:ext cx="332842" cy="332842"/>
          </a:xfrm>
          <a:prstGeom prst="rect">
            <a:avLst/>
          </a:prstGeom>
        </p:spPr>
      </p:pic>
      <p:sp>
        <p:nvSpPr>
          <p:cNvPr id="55" name="Shape 42"/>
          <p:cNvSpPr/>
          <p:nvPr/>
        </p:nvSpPr>
        <p:spPr>
          <a:xfrm>
            <a:off x="6556248" y="3721608"/>
            <a:ext cx="548640" cy="54864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4264" y="3849624"/>
            <a:ext cx="292608" cy="292608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6309360" y="428853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</a:t>
            </a:r>
            <a:endParaRPr lang="en-US" sz="800" dirty="0"/>
          </a:p>
        </p:txBody>
      </p:sp>
      <p:sp>
        <p:nvSpPr>
          <p:cNvPr id="58" name="Shape 44"/>
          <p:cNvSpPr/>
          <p:nvPr/>
        </p:nvSpPr>
        <p:spPr>
          <a:xfrm>
            <a:off x="7598664" y="3721608"/>
            <a:ext cx="548640" cy="54864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26680" y="3849624"/>
            <a:ext cx="292608" cy="292608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7351776" y="428853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800" dirty="0"/>
          </a:p>
        </p:txBody>
      </p:sp>
      <p:sp>
        <p:nvSpPr>
          <p:cNvPr id="61" name="Shape 46"/>
          <p:cNvSpPr/>
          <p:nvPr/>
        </p:nvSpPr>
        <p:spPr>
          <a:xfrm>
            <a:off x="8641080" y="3721608"/>
            <a:ext cx="548640" cy="54864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9096" y="3849624"/>
            <a:ext cx="292608" cy="292608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8394192" y="428853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800" dirty="0"/>
          </a:p>
        </p:txBody>
      </p:sp>
      <p:sp>
        <p:nvSpPr>
          <p:cNvPr id="64" name="Shape 48"/>
          <p:cNvSpPr/>
          <p:nvPr/>
        </p:nvSpPr>
        <p:spPr>
          <a:xfrm>
            <a:off x="9683496" y="3721608"/>
            <a:ext cx="548640" cy="54864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1512" y="3849624"/>
            <a:ext cx="292608" cy="292608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9436608" y="428853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00" dirty="0"/>
          </a:p>
        </p:txBody>
      </p:sp>
      <p:sp>
        <p:nvSpPr>
          <p:cNvPr id="67" name="Shape 50"/>
          <p:cNvSpPr/>
          <p:nvPr/>
        </p:nvSpPr>
        <p:spPr>
          <a:xfrm>
            <a:off x="10725912" y="3721608"/>
            <a:ext cx="548640" cy="54864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53928" y="3849624"/>
            <a:ext cx="292608" cy="292608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10479024" y="428853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800" dirty="0"/>
          </a:p>
        </p:txBody>
      </p:sp>
      <p:sp>
        <p:nvSpPr>
          <p:cNvPr id="70" name="Shape 52"/>
          <p:cNvSpPr/>
          <p:nvPr/>
        </p:nvSpPr>
        <p:spPr>
          <a:xfrm>
            <a:off x="6309360" y="4590288"/>
            <a:ext cx="1645920" cy="1417320"/>
          </a:xfrm>
          <a:prstGeom prst="roundRect">
            <a:avLst>
              <a:gd name="adj" fmla="val 32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71" name="Shape 53"/>
          <p:cNvSpPr/>
          <p:nvPr/>
        </p:nvSpPr>
        <p:spPr>
          <a:xfrm>
            <a:off x="6400800" y="4681728"/>
            <a:ext cx="1463040" cy="685800"/>
          </a:xfrm>
          <a:prstGeom prst="rect">
            <a:avLst/>
          </a:prstGeom>
          <a:solidFill>
            <a:srgbClr val="DCE9F5"/>
          </a:solidFill>
          <a:ln/>
        </p:spPr>
      </p:sp>
      <p:pic>
        <p:nvPicPr>
          <p:cNvPr id="7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67728" y="4882896"/>
            <a:ext cx="329184" cy="329184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6400800" y="5394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Earbuds</a:t>
            </a:r>
            <a:endParaRPr lang="en-US" sz="850" dirty="0"/>
          </a:p>
        </p:txBody>
      </p:sp>
      <p:sp>
        <p:nvSpPr>
          <p:cNvPr id="74" name="Text 55"/>
          <p:cNvSpPr/>
          <p:nvPr/>
        </p:nvSpPr>
        <p:spPr>
          <a:xfrm>
            <a:off x="6400800" y="55961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₹1,299</a:t>
            </a:r>
            <a:endParaRPr lang="en-US" sz="900" dirty="0"/>
          </a:p>
        </p:txBody>
      </p:sp>
      <p:pic>
        <p:nvPicPr>
          <p:cNvPr id="7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5797296"/>
            <a:ext cx="128016" cy="128016"/>
          </a:xfrm>
          <a:prstGeom prst="rect">
            <a:avLst/>
          </a:prstGeom>
        </p:spPr>
      </p:pic>
      <p:sp>
        <p:nvSpPr>
          <p:cNvPr id="76" name="Text 56"/>
          <p:cNvSpPr/>
          <p:nvPr/>
        </p:nvSpPr>
        <p:spPr>
          <a:xfrm>
            <a:off x="6556248" y="5779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800" dirty="0"/>
          </a:p>
        </p:txBody>
      </p:sp>
      <p:sp>
        <p:nvSpPr>
          <p:cNvPr id="77" name="Shape 57"/>
          <p:cNvSpPr/>
          <p:nvPr/>
        </p:nvSpPr>
        <p:spPr>
          <a:xfrm>
            <a:off x="8092440" y="4590288"/>
            <a:ext cx="1645920" cy="1417320"/>
          </a:xfrm>
          <a:prstGeom prst="roundRect">
            <a:avLst>
              <a:gd name="adj" fmla="val 32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78" name="Shape 58"/>
          <p:cNvSpPr/>
          <p:nvPr/>
        </p:nvSpPr>
        <p:spPr>
          <a:xfrm>
            <a:off x="8183880" y="4681728"/>
            <a:ext cx="1463040" cy="685800"/>
          </a:xfrm>
          <a:prstGeom prst="rect">
            <a:avLst/>
          </a:prstGeom>
          <a:solidFill>
            <a:srgbClr val="DCE9F5"/>
          </a:solidFill>
          <a:ln/>
        </p:spPr>
      </p:sp>
      <p:pic>
        <p:nvPicPr>
          <p:cNvPr id="7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50808" y="4882896"/>
            <a:ext cx="329184" cy="329184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8183880" y="5394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Shoes</a:t>
            </a:r>
            <a:endParaRPr lang="en-US" sz="850" dirty="0"/>
          </a:p>
        </p:txBody>
      </p:sp>
      <p:sp>
        <p:nvSpPr>
          <p:cNvPr id="81" name="Text 60"/>
          <p:cNvSpPr/>
          <p:nvPr/>
        </p:nvSpPr>
        <p:spPr>
          <a:xfrm>
            <a:off x="8183880" y="55961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₹1,799</a:t>
            </a:r>
            <a:endParaRPr lang="en-US" sz="900" dirty="0"/>
          </a:p>
        </p:txBody>
      </p:sp>
      <p:pic>
        <p:nvPicPr>
          <p:cNvPr id="8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83880" y="5797296"/>
            <a:ext cx="128016" cy="128016"/>
          </a:xfrm>
          <a:prstGeom prst="rect">
            <a:avLst/>
          </a:prstGeom>
        </p:spPr>
      </p:pic>
      <p:sp>
        <p:nvSpPr>
          <p:cNvPr id="83" name="Text 61"/>
          <p:cNvSpPr/>
          <p:nvPr/>
        </p:nvSpPr>
        <p:spPr>
          <a:xfrm>
            <a:off x="8339328" y="5779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800" dirty="0"/>
          </a:p>
        </p:txBody>
      </p:sp>
      <p:sp>
        <p:nvSpPr>
          <p:cNvPr id="84" name="Shape 62"/>
          <p:cNvSpPr/>
          <p:nvPr/>
        </p:nvSpPr>
        <p:spPr>
          <a:xfrm>
            <a:off x="9875520" y="4590288"/>
            <a:ext cx="1645920" cy="1417320"/>
          </a:xfrm>
          <a:prstGeom prst="roundRect">
            <a:avLst>
              <a:gd name="adj" fmla="val 32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85" name="Shape 63"/>
          <p:cNvSpPr/>
          <p:nvPr/>
        </p:nvSpPr>
        <p:spPr>
          <a:xfrm>
            <a:off x="9966960" y="4681728"/>
            <a:ext cx="1463040" cy="685800"/>
          </a:xfrm>
          <a:prstGeom prst="rect">
            <a:avLst/>
          </a:prstGeom>
          <a:solidFill>
            <a:srgbClr val="DCE9F5"/>
          </a:solidFill>
          <a:ln/>
        </p:spPr>
      </p:sp>
      <p:pic>
        <p:nvPicPr>
          <p:cNvPr id="8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33888" y="4882896"/>
            <a:ext cx="329184" cy="329184"/>
          </a:xfrm>
          <a:prstGeom prst="rect">
            <a:avLst/>
          </a:prstGeom>
        </p:spPr>
      </p:pic>
      <p:sp>
        <p:nvSpPr>
          <p:cNvPr id="87" name="Text 64"/>
          <p:cNvSpPr/>
          <p:nvPr/>
        </p:nvSpPr>
        <p:spPr>
          <a:xfrm>
            <a:off x="9966960" y="5394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Watch</a:t>
            </a:r>
            <a:endParaRPr lang="en-US" sz="850" dirty="0"/>
          </a:p>
        </p:txBody>
      </p:sp>
      <p:sp>
        <p:nvSpPr>
          <p:cNvPr id="88" name="Text 65"/>
          <p:cNvSpPr/>
          <p:nvPr/>
        </p:nvSpPr>
        <p:spPr>
          <a:xfrm>
            <a:off x="9966960" y="55961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</a:t>
            </a:r>
            <a:endParaRPr lang="en-US" sz="900" dirty="0"/>
          </a:p>
        </p:txBody>
      </p:sp>
      <p:pic>
        <p:nvPicPr>
          <p:cNvPr id="8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66960" y="5797296"/>
            <a:ext cx="128016" cy="128016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10122408" y="5779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800" dirty="0"/>
          </a:p>
        </p:txBody>
      </p:sp>
      <p:sp>
        <p:nvSpPr>
          <p:cNvPr id="91" name="Text 67"/>
          <p:cNvSpPr/>
          <p:nvPr/>
        </p:nvSpPr>
        <p:spPr>
          <a:xfrm>
            <a:off x="6172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homepage layout — built with Bootstrap navbar, carousel, grid &amp; card components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Skills Gained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real development hurdles into valuable, lasting skills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E76F5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9824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697480"/>
            <a:ext cx="457200" cy="457200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807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651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pixel-perfect responsiveness across mobile, tablet &amp; desktop breakpoints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68680" y="3456432"/>
            <a:ext cx="457200" cy="457200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56616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4107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custom CSS overrides with Bootstrap's default utility classes without conflicts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68680" y="4215384"/>
            <a:ext cx="457200" cy="457200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32511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16966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nested grid layouts for complex product &amp; category sections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68680" y="4974336"/>
            <a:ext cx="457200" cy="457200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084064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92861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project timelines while coordinating tasks across four team members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868680" y="5733288"/>
            <a:ext cx="457200" cy="457200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5843016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56875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Flipkart-style components (sticky nav, filters) using only Bootstrap building blocks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199632" y="155448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0B244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519672" y="1828800"/>
            <a:ext cx="640080" cy="640080"/>
          </a:xfrm>
          <a:prstGeom prst="ellipse">
            <a:avLst/>
          </a:prstGeom>
          <a:solidFill>
            <a:srgbClr val="576CB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3291" y="1982419"/>
            <a:ext cx="332842" cy="33284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342632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2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2734056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49440" y="26517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command over Bootstrap 5 grid system &amp; responsive utility classes</a:t>
            </a:r>
            <a:endParaRPr lang="en-US" sz="12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3374136"/>
            <a:ext cx="292608" cy="29260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949440" y="3291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UI/UX design sense for e-commerce platforms</a:t>
            </a:r>
            <a:endParaRPr lang="en-US" sz="12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672" y="4014216"/>
            <a:ext cx="292608" cy="29260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949440" y="3931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thinking: building reusable navbars, cards &amp; modals</a:t>
            </a:r>
            <a:endParaRPr lang="en-US" sz="12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672" y="4654296"/>
            <a:ext cx="292608" cy="29260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949440" y="45720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Git collaboration, branching &amp; merge conflict resolution</a:t>
            </a:r>
            <a:endParaRPr lang="en-US" sz="12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9672" y="5294376"/>
            <a:ext cx="292608" cy="29260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949440" y="52120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debugging skills using browser DevTools for layout issues</a:t>
            </a:r>
            <a:endParaRPr lang="en-US" sz="12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9672" y="5934456"/>
            <a:ext cx="292608" cy="29260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949440" y="58521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teamwork, task division &amp; project planning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19376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572000" cy="4572000"/>
          </a:xfrm>
          <a:prstGeom prst="ellipse">
            <a:avLst/>
          </a:prstGeom>
          <a:solidFill>
            <a:srgbClr val="576CB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provided practical, project-based exposure to Bootstrap 5 — moving beyond theory into building a real, responsive e-commerce interface. By recreating key elements of Flipkart's UI, the team strengthened core front-end development skills, embraced collaborative workflows, and gained confidence in translating design concepts into functional, mobile-friendly web pages. The experience lays a solid foundation for future full-stack and UI/UX development work.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19376D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584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UI Modules Built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35204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19376D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3584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77440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Concepts Mastered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35204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19376D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3584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60520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Collaborated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97880" y="35204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19376D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3584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43600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5596128"/>
            <a:ext cx="457200" cy="45720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705856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60" y="60899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Pandey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331720" y="54864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2404872" y="5596128"/>
            <a:ext cx="457200" cy="45720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705856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377440" y="60899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Kartikeya Singh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114800" y="54864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</p:spPr>
      </p:sp>
      <p:sp>
        <p:nvSpPr>
          <p:cNvPr id="28" name="Shape 24"/>
          <p:cNvSpPr/>
          <p:nvPr/>
        </p:nvSpPr>
        <p:spPr>
          <a:xfrm>
            <a:off x="4187952" y="5596128"/>
            <a:ext cx="457200" cy="45720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5705856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160520" y="60899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Singh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897880" y="54864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</p:spPr>
      </p:sp>
      <p:sp>
        <p:nvSpPr>
          <p:cNvPr id="32" name="Shape 27"/>
          <p:cNvSpPr/>
          <p:nvPr/>
        </p:nvSpPr>
        <p:spPr>
          <a:xfrm>
            <a:off x="5971032" y="5596128"/>
            <a:ext cx="457200" cy="457200"/>
          </a:xfrm>
          <a:prstGeom prst="ellipse">
            <a:avLst/>
          </a:prstGeom>
          <a:solidFill>
            <a:srgbClr val="19376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5705856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943600" y="60899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Shariq Irshad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955280" y="118872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576CBC">
              <a:alpha val="85000"/>
            </a:srgbClr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9418320" y="1554480"/>
            <a:ext cx="914400" cy="914400"/>
          </a:xfrm>
          <a:prstGeom prst="ellipse">
            <a:avLst/>
          </a:prstGeom>
          <a:solidFill>
            <a:srgbClr val="0B2447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1773936"/>
            <a:ext cx="475488" cy="4754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95528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39" name="Text 32"/>
          <p:cNvSpPr/>
          <p:nvPr/>
        </p:nvSpPr>
        <p:spPr>
          <a:xfrm>
            <a:off x="8229600" y="3291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Bootstrap 5 &amp; a passion for clean, responsive e-commerce design.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641080" y="4434840"/>
            <a:ext cx="548640" cy="548640"/>
          </a:xfrm>
          <a:prstGeom prst="ellipse">
            <a:avLst/>
          </a:prstGeom>
          <a:solidFill>
            <a:srgbClr val="0B2447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754" y="4566514"/>
            <a:ext cx="285293" cy="285293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9464040" y="4434840"/>
            <a:ext cx="548640" cy="548640"/>
          </a:xfrm>
          <a:prstGeom prst="ellipse">
            <a:avLst/>
          </a:prstGeom>
          <a:solidFill>
            <a:srgbClr val="0B2447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5714" y="4566514"/>
            <a:ext cx="285293" cy="285293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10287000" y="4434840"/>
            <a:ext cx="548640" cy="548640"/>
          </a:xfrm>
          <a:prstGeom prst="ellipse">
            <a:avLst/>
          </a:prstGeom>
          <a:solidFill>
            <a:srgbClr val="0B2447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8674" y="4566514"/>
            <a:ext cx="285293" cy="2852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 Training &amp; Flipkart-Inspired E-Commerce UI Clone Project</dc:title>
  <dc:subject>PptxGenJS Presentation</dc:subject>
  <dc:creator>Adarsh Pandey, Kartikeya Singh, Aditya Singh, Shariq Irshad</dc:creator>
  <cp:lastModifiedBy>Adarsh Pandey, Kartikeya Singh, Aditya Singh, Shariq Irshad</cp:lastModifiedBy>
  <cp:revision>1</cp:revision>
  <dcterms:created xsi:type="dcterms:W3CDTF">2026-06-11T20:02:45Z</dcterms:created>
  <dcterms:modified xsi:type="dcterms:W3CDTF">2026-06-11T20:02:45Z</dcterms:modified>
</cp:coreProperties>
</file>